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/>
    <p:restoredTop sz="94637"/>
  </p:normalViewPr>
  <p:slideViewPr>
    <p:cSldViewPr snapToGrid="0">
      <p:cViewPr varScale="1">
        <p:scale>
          <a:sx n="135" d="100"/>
          <a:sy n="135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7924-2E41-9C39-B704-6BF973586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4963D-2772-8B19-FEBD-2D119E8AC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441CB-0EF1-9B91-5E96-93DA0778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056A1-4AAC-3BDA-F021-8A90D4CF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C5CB7-8F94-7319-BBA5-9DF44969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2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F6C0-13AB-64F5-1972-2786BD62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A2652-589B-FD08-177E-BE0559080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6549-4B45-DC60-72E8-06044CEA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9175-97A6-C1A7-9193-16C2E2C2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71A39-47DB-0751-79A3-B86683EC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8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148B-2DA9-7217-7660-786092BD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9D8EC-B380-51F2-274A-726A4F870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F8ADD-828E-F34F-43DD-0433DA56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6F86C-33CB-EEA8-F037-88A3869CF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A3387-E6E3-DF0C-8A18-3C72492E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3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F364-4375-CBB7-6517-2D4DCF23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42FF-9073-BDD5-9B0A-061569BBA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D819A-A5C6-4622-42C2-150F3F408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67666-D555-E6BA-63ED-0AD37657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943EC-BB9B-F56A-5B20-6E7DA439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90B13-C7FC-CD7E-DBB8-B0C462B5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7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93F1-42AB-7093-1CF0-6AFF65F0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32547-0DA7-AF19-BCBF-BEE327D7B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313F6-7F4C-BC79-C6F0-B3ACAE30B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C4C2-9C52-4352-30FB-D7CAE1281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E6B19-7C16-591B-9B3A-EEAF726C5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8AFC5-959A-3F8F-63EA-84DACA4C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E2BD6-AD92-C907-5177-2197A7F8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B6C5D-259A-6905-3CDB-49E0E701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2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8D61-2813-BF26-DC4E-5866E324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6C919-1973-D6AC-551C-DDB7E79E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C095E-AB6E-9D5C-A166-11438091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86DCB-B748-DC89-F517-6E9747A3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6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18313C-BEAD-31E5-EB53-A6F78D33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7EEAD-C14C-E9EC-B2BA-7CA8B7DF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BB08F-7BF7-9134-733E-70DAD638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3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1C22-D41E-187C-3418-092B4875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37F1-9EFB-41F2-233A-9CB5DDEE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E26F7-B6C0-55BC-6F25-85C45BB27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B24D5-2471-36DF-E25B-AC00042C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8536F-FC9B-6B02-044E-63C04DED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B0972-B4C5-AC27-5C70-25F6D0D0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20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E989-36F5-7563-B8AE-788D2E07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C013F-D236-4367-2BA9-FF1FFABA3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992F0-19DF-37ED-E372-88EB580C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A510F-C7FD-781F-A281-F55D682F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699C0-B0EA-0EEE-F82E-D511ECD2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2E4AB-F420-8C3D-B9CB-284C4BCB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D107-954C-AEF2-076C-5C14ECB7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98A17-BBD3-6217-9D61-70A85E7B7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EEDF8-7F7E-3B4A-9D92-5F2E8B73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54D4F-9E16-57D7-D8B4-214A9906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2EC94-4BA2-BF1F-1677-7B376D2E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5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54BD7-7FC9-14C6-A809-2D8A080CEE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8DFF2-B9A3-97A6-2AB2-C0EA5678E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66CE2-AF14-E780-6366-FABD4180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07800-F526-E9ED-B1DC-4B34206F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D9873-C104-AA23-5CE1-D3648350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9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D50395-FD2D-517F-B472-9FEAB260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5EC7C-FB4F-8223-0F63-2F1E44C7F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B99E5-D1CB-8960-F583-9C41813F2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79376-5AEE-FD43-97D6-3DDE844B9E48}" type="datetimeFigureOut">
              <a:rPr lang="en-US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0B38B-B2DB-C5A9-B355-9D600D169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59CA0-4A37-2F8E-7CBC-FE3379BA2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12014-C270-1B4E-AF95-4615BB94A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2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5D24C-2397-2CA4-AB82-BE4238EB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28" y="83708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Global temperatures are warming fast.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is causing more hurricanes to become stronger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16A71-2351-3632-6E4D-F7E15F7C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96" r="19667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3659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D79283-5A0F-401F-C712-0A824F968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070" y="3857325"/>
            <a:ext cx="4396946" cy="2688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7DEE57-44FA-1552-57B7-348AC60A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62" y="3857324"/>
            <a:ext cx="4994189" cy="26889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0C7E9F-9F03-CDF9-D850-2FC6B6ED0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99" y="271439"/>
            <a:ext cx="5196052" cy="3585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5A24B4-CE0E-83EC-4579-F17E4898D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018" y="114930"/>
            <a:ext cx="5605283" cy="376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2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9936AB-69D6-E999-C03D-3C2167CE268B}"/>
              </a:ext>
            </a:extLst>
          </p:cNvPr>
          <p:cNvSpPr txBox="1"/>
          <p:nvPr/>
        </p:nvSpPr>
        <p:spPr>
          <a:xfrm>
            <a:off x="1833499" y="442028"/>
            <a:ext cx="481143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Our planet has been getting steadily warmer since we started tracking temperatures. Think of it like a fever - Earth's temperature has climbed from about 0.4°F above normal to almost 2°F above normal. That might not sound like much but imagine if your normal body temperature of 98.6°F suddenly became 100.6°F - you'd definitely feel sick! This warming has sped up dramatically since 2000.</a:t>
            </a:r>
            <a:endParaRPr lang="en-US" sz="14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C10F5-3377-47CA-CAEB-2915C85B7216}"/>
              </a:ext>
            </a:extLst>
          </p:cNvPr>
          <p:cNvSpPr txBox="1"/>
          <p:nvPr/>
        </p:nvSpPr>
        <p:spPr>
          <a:xfrm>
            <a:off x="5907464" y="4600090"/>
            <a:ext cx="55637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As the Earth has warmed, we're seeing more super-strong hurricanes (Categories 4 and 5). While the number of these powerful storms goes up and down naturally from year to year, we've had some record-breaking hurricane seasons since 2000. The years 2005 and 2017 were particularly active, with more major hurricanes than we typically see. </a:t>
            </a:r>
          </a:p>
          <a:p>
            <a:endParaRPr lang="en-US" sz="1400" dirty="0"/>
          </a:p>
          <a:p>
            <a:r>
              <a:rPr lang="en-US" sz="1400" dirty="0"/>
              <a:t>These stronger storms are showing up more often as ocean temperatures rise, though other factors affect hurricane formation too.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BE9C92-9CB3-F945-365E-B089DA478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53" y="2820816"/>
            <a:ext cx="5673811" cy="38300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D6B7E0-FBB2-D054-335F-84BC34CDF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036" y="224531"/>
            <a:ext cx="4935717" cy="326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2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174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.SF NS</vt:lpstr>
      <vt:lpstr>Aptos</vt:lpstr>
      <vt:lpstr>Aptos Display</vt:lpstr>
      <vt:lpstr>Arial</vt:lpstr>
      <vt:lpstr>Office Theme</vt:lpstr>
      <vt:lpstr>Global temperatures are warming fast.  It is causing more hurricanes to become stronger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Fraser</dc:creator>
  <cp:lastModifiedBy>Tony Fraser</cp:lastModifiedBy>
  <cp:revision>3</cp:revision>
  <dcterms:created xsi:type="dcterms:W3CDTF">2024-10-27T05:34:21Z</dcterms:created>
  <dcterms:modified xsi:type="dcterms:W3CDTF">2024-10-28T05:52:31Z</dcterms:modified>
</cp:coreProperties>
</file>