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BF7FE-3F04-42B2-C92D-5988827A8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44BAD-6216-44DD-FBC4-83FB08DA4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2FDC0-221A-55B4-82B0-3F68F967F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84D5-91B6-D142-961E-3C2C534DE7F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E633B-D594-8CFD-7EC9-41EFE0C24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385C0-7DFD-0BC1-098C-3DC96E854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A842C-8BCF-C446-8C29-00A129CEA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76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26CA1-1549-EF9D-A8FE-4632E1E0C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5AC07-81B7-EB87-CDC3-6AC5A8792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72058-E94F-520F-26CE-7503C35B1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84D5-91B6-D142-961E-3C2C534DE7F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82736-9DDB-23C5-BFB5-B52196FAD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C3CFD-3F66-7CE0-C682-A6B543A3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A842C-8BCF-C446-8C29-00A129CEA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52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4A40F-D256-A685-AE69-BEABCDE00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8971B-E6EE-72C2-3ABA-4719A7513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4BBDE-8A5F-E579-6F8A-7D40DBC89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84D5-91B6-D142-961E-3C2C534DE7F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1C40B-9676-4012-BF05-DAC2FEF08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3EE03-C1DA-D8AC-6726-4727691EA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A842C-8BCF-C446-8C29-00A129CEA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53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089F9-5F93-E222-C91D-BA7D8A924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6CB10-9C7F-B773-3822-466F6D78A3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C3F0C-BA2F-743E-0926-28937AEE3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48F38-7620-A03D-C724-FAAD3BDF6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84D5-91B6-D142-961E-3C2C534DE7F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07A8B-0E32-2D61-732E-1421471D0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A9B47-ACF3-A42C-9B31-A088B558E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A842C-8BCF-C446-8C29-00A129CEA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39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16407-7EEE-2E10-105B-D2D9EFAE9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5BB08-3063-1F4D-E2E3-07FD73722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70038-416B-D894-CC43-E3A9C3390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0BFA31-FBBC-7A5D-983C-4CF5173F6C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E45698-094E-06F8-206B-89F9B09D02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65C256-84B5-0988-9D4A-0DDF2609A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84D5-91B6-D142-961E-3C2C534DE7F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8850A3-B68E-7EC4-EE77-3C7B9E224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6E3110-B26F-F0F3-120C-34EAFD91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A842C-8BCF-C446-8C29-00A129CEA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559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48E7A-01C1-E623-97F8-C50739A7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E8B11E-C2C9-94A8-6E12-41651F39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84D5-91B6-D142-961E-3C2C534DE7F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FD5970-696C-B5F7-0C1B-3F0E27AAC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86664-0DDA-2754-8438-C4CF8A2E2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A842C-8BCF-C446-8C29-00A129CEA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50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7E5E63-1935-7DC8-3331-DA314E97E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84D5-91B6-D142-961E-3C2C534DE7F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544005-0B76-2C5D-9DE5-86E0E1F84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723E3-F8E2-7B48-791C-EC34CA3A6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A842C-8BCF-C446-8C29-00A129CEA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96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2736C-61C3-667C-5B93-11530C719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EB294-02AE-1674-C6C1-37EF84243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CDC6F8-C36F-57C2-5C8D-0261E5D2C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33DB1D-0F3B-A808-FD23-05F89F5A8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84D5-91B6-D142-961E-3C2C534DE7F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8B3AF-7C9B-D0E7-D05E-34AAEA8A3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65D1A-5CD6-79D4-91B9-6F9B46C60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A842C-8BCF-C446-8C29-00A129CEA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42F64-E381-3599-98F5-ACA2C765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AEE067-DC40-5589-C768-72D6617319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CE920-B21B-ACC7-4679-967615839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7AF5C-EEA1-1B25-2A53-36923D7D0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84D5-91B6-D142-961E-3C2C534DE7F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D670F-3BCE-E9D9-8E5C-7F944E887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F6275-D66C-1C4C-7A42-E4C5B5087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A842C-8BCF-C446-8C29-00A129CEA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80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970D2-8924-0FE4-3598-19FD8156B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4F096-25B9-EF04-D1B7-1BE4AEAC0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4A27A-03BD-89FD-10E8-1271BCF11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84D5-91B6-D142-961E-3C2C534DE7F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C4230-4CB9-E22D-9A90-5150822C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1EAF4-9FCB-8450-614F-70DF85F79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A842C-8BCF-C446-8C29-00A129CEA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21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C71E5D-A87A-F55B-2591-2A7B9645CE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5C434-71AC-5DE3-AF00-158C8DEFB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2573D-AD6A-1EDF-145E-61DEC0449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84D5-91B6-D142-961E-3C2C534DE7F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2E9EF-5378-AA43-DCEE-E96CDCA25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E457C-0F6D-849E-9BE2-5FCD7C34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A842C-8BCF-C446-8C29-00A129CEA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75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1D931E-C1C0-6E4A-BF2B-FB5008885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7DF25-0B08-D59D-3959-B566D08FB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B5E7B-BDEC-D4A1-4A7F-13E33DA0E8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B584D5-91B6-D142-961E-3C2C534DE7F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6743C-54B7-052B-5F6E-DB0B6BA06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2718F-79F9-E9B5-91D6-D93B19DDA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EA842C-8BCF-C446-8C29-00A129CEA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97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53095-6D34-2019-45B9-FBC6C4F4A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48329"/>
            <a:ext cx="9144000" cy="1000679"/>
          </a:xfrm>
        </p:spPr>
        <p:txBody>
          <a:bodyPr>
            <a:normAutofit/>
          </a:bodyPr>
          <a:lstStyle/>
          <a:p>
            <a:r>
              <a:rPr lang="en-US" sz="4000" dirty="0"/>
              <a:t>Tony Fraser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9E08F7-EC1A-512D-607C-39A308AED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59073"/>
            <a:ext cx="9144000" cy="1655762"/>
          </a:xfrm>
        </p:spPr>
        <p:txBody>
          <a:bodyPr/>
          <a:lstStyle/>
          <a:p>
            <a:r>
              <a:rPr lang="en-US" dirty="0"/>
              <a:t>Story 6</a:t>
            </a:r>
          </a:p>
          <a:p>
            <a:r>
              <a:rPr lang="en-US" dirty="0"/>
              <a:t>10 November 2024</a:t>
            </a:r>
          </a:p>
        </p:txBody>
      </p:sp>
    </p:spTree>
    <p:extLst>
      <p:ext uri="{BB962C8B-B14F-4D97-AF65-F5344CB8AC3E}">
        <p14:creationId xmlns:p14="http://schemas.microsoft.com/office/powerpoint/2010/main" val="3813475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the united states&#10;&#10;Description automatically generated">
            <a:extLst>
              <a:ext uri="{FF2B5EF4-FFF2-40B4-BE49-F238E27FC236}">
                <a16:creationId xmlns:a16="http://schemas.microsoft.com/office/drawing/2014/main" id="{07007467-73B4-35EA-96D8-D4175B3C1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7" y="0"/>
            <a:ext cx="11796825" cy="674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38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A8B1BA-4AF7-F82E-974C-2B21AFFE8E07}"/>
              </a:ext>
            </a:extLst>
          </p:cNvPr>
          <p:cNvSpPr txBox="1"/>
          <p:nvPr/>
        </p:nvSpPr>
        <p:spPr>
          <a:xfrm>
            <a:off x="1509824" y="1403497"/>
            <a:ext cx="831465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Senator, our analysis reveals an alarming pattern of child food insecurity that demands immediate attention. In households making less than $35,000, over 30% of children face food insecurity – that’s double the rate of higher-income households. And this isn't just a "poor states" problem; even relatively wealthy states have significant pockets of child hunger. </a:t>
            </a:r>
          </a:p>
          <a:p>
            <a:endParaRPr lang="en-US" dirty="0"/>
          </a:p>
          <a:p>
            <a:r>
              <a:rPr lang="en-US" dirty="0"/>
              <a:t>More troubling, children consistently face higher food insecurity rates than adults across all income levels. Their food insecurity today will impact their health and education, creating a cycle of poverty that affects us all. </a:t>
            </a:r>
          </a:p>
          <a:p>
            <a:endParaRPr lang="en-US" dirty="0"/>
          </a:p>
          <a:p>
            <a:r>
              <a:rPr lang="en-US" dirty="0"/>
              <a:t>These children are our future workforce and leaders. We can act now. We have them in school every day - let's strengthen our intervention there.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4DE2418-656D-CE85-FB65-F5706C9FB68C}"/>
              </a:ext>
            </a:extLst>
          </p:cNvPr>
          <p:cNvSpPr txBox="1">
            <a:spLocks/>
          </p:cNvSpPr>
          <p:nvPr/>
        </p:nvSpPr>
        <p:spPr>
          <a:xfrm>
            <a:off x="1509824" y="612664"/>
            <a:ext cx="9144000" cy="10006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The Pitch</a:t>
            </a:r>
          </a:p>
        </p:txBody>
      </p:sp>
    </p:spTree>
    <p:extLst>
      <p:ext uri="{BB962C8B-B14F-4D97-AF65-F5344CB8AC3E}">
        <p14:creationId xmlns:p14="http://schemas.microsoft.com/office/powerpoint/2010/main" val="4120825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139</Words>
  <Application>Microsoft Macintosh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Tony Fraser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Tony Fraser</dc:creator>
  <cp:lastModifiedBy>Tony Fraser</cp:lastModifiedBy>
  <cp:revision>1</cp:revision>
  <cp:lastPrinted>2024-11-10T09:00:14Z</cp:lastPrinted>
  <dcterms:created xsi:type="dcterms:W3CDTF">2024-11-10T08:48:40Z</dcterms:created>
  <dcterms:modified xsi:type="dcterms:W3CDTF">2024-11-10T16:45:51Z</dcterms:modified>
</cp:coreProperties>
</file>